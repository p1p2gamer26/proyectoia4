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Proyecto 4 — Clasificación con IA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Grupo 6</a:t>
            </a:r>
          </a:p>
          <a:p>
            <a:r>
              <a:t>Sebastián Vargas Casquete</a:t>
            </a:r>
          </a:p>
          <a:p>
            <a:r>
              <a:t>Samuel Andrés Tovar Sarmiento</a:t>
            </a:r>
          </a:p>
          <a:p>
            <a:r>
              <a:t>Julian Felipe Africano</a:t>
            </a:r>
          </a:p>
          <a:p>
            <a:r>
              <a:t>Pontificia Universidad Javeriana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¿Predecir intento de suicidio vs ideación suicida en Bogotá?</a:t>
            </a:r>
          </a:p>
          <a:p>
            <a:pPr/>
            <a:r>
              <a:t>Clasificación binaria con relevancia clínica (screening).</a:t>
            </a:r>
          </a:p>
          <a:p>
            <a:pPr/>
            <a:r>
              <a:t>Variables: sociodemográficas y factores de riesgo psicosociales.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Base de datos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Fuente: Datos Abiertos Bogotá — Secretaría Distrital de Salud.</a:t>
            </a:r>
          </a:p>
          <a:p>
            <a:pPr/>
            <a:r>
              <a:t>Repositorio público tipo benchmark (datos reales de salud).</a:t>
            </a:r>
          </a:p>
          <a:p>
            <a:pPr/>
            <a:r>
              <a:t>~254.000 registros | Target: clasificaciondelaconducta.</a:t>
            </a:r>
          </a:p>
          <a:p>
            <a:pPr/>
            <a:r>
              <a:t>Insertar: tabla de variables y enlace al dataset.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 y limpieza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Análisis exploratorio (balance, nulos, correlaciones).</a:t>
            </a:r>
          </a:p>
          <a:p>
            <a:pPr/>
            <a:r>
              <a:t>Verificación: duplicados, target válido, outliers en edad.</a:t>
            </a:r>
          </a:p>
          <a:p>
            <a:pPr/>
            <a:r>
              <a:t>Limpieza: estandarización educativa, imputación, export CSV.</a:t>
            </a:r>
          </a:p>
          <a:p>
            <a:pPr/>
            <a:r>
              <a:t>Insertar: capturas de notebooks/01_eda_limpieza.ipynb.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Diseño experimental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Factorial 2³ por técnica → 8 configs × 3 técnicas = 24 runs.</a:t>
            </a:r>
          </a:p>
          <a:p>
            <a:pPr/>
            <a:r>
              <a:t>RF: n_estimators, max_depth, min_samples_split.</a:t>
            </a:r>
          </a:p>
          <a:p>
            <a:pPr/>
            <a:r>
              <a:t>SVM: C, kernel, gamma (muestra 15.000 por costo O(n²)).</a:t>
            </a:r>
          </a:p>
          <a:p>
            <a:pPr/>
            <a:r>
              <a:t>MLP: hidden_layer_sizes, activation, learning_rate_init.</a:t>
            </a:r>
          </a:p>
          <a:p>
            <a:pPr/>
            <a:r>
              <a:t>Insertar: tabla desde results/experiment_table.csv.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Entrenamiento — Random Forest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sklearn.ensemble.RandomForestClassifier</a:t>
            </a:r>
          </a:p>
          <a:p>
            <a:pPr/>
            <a:r>
              <a:t>Insertar: captura de entrenamiento / métricas del notebook 03.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Entrenamiento — SVM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sklearn.svm.SVC con kernel RBF/poly</a:t>
            </a:r>
          </a:p>
          <a:p>
            <a:pPr/>
            <a:r>
              <a:t>Insertar: captura del notebook 03.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Entrenamiento — MLP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sklearn.neural_network.MLPClassifier</a:t>
            </a:r>
          </a:p>
          <a:p>
            <a:pPr/>
            <a:r>
              <a:t>Insertar: curva de pérdida y captura de entrenamiento.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Matrices de confusión (mejor modelo por técnica)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Selección por F1 ponderado (desbalance 73/27).</a:t>
            </a:r>
          </a:p>
          <a:p>
            <a:pPr/>
            <a:r>
              <a:t>Insertar: results/confusion_matrices/cm_combinadas_mejores.png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Tabla y análisis comparativo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Insertar: results/experiment_table.csv</a:t>
            </a:r>
          </a:p>
          <a:p>
            <a:pPr/>
            <a:r>
              <a:t>Insertar: resumen de results/analisis_comparativo.md</a:t>
            </a:r>
          </a:p>
          <a:p>
            <a:pPr/>
            <a:r>
              <a:t>Comparar accuracy, F1 y sensibilidad a hiperparámetros.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Mejor técnica según métrica elegida (accuracy / F1).</a:t>
            </a:r>
          </a:p>
          <a:p>
            <a:pPr/>
            <a:r>
              <a:t>Limitaciones: SVM con submuestra; interpretación clínica.</a:t>
            </a:r>
          </a:p>
          <a:p>
            <a:pPr/>
            <a:r>
              <a:t>Trabajo futuro: más features temporales, validación externa.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Bibliografía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Scikit-learn: Pedregosa et al., JMLR 2011.</a:t>
            </a:r>
          </a:p>
          <a:p>
            <a:pPr/>
            <a:r>
              <a:t>Datos Abiertos Bogotá — conducta suicida.</a:t>
            </a:r>
          </a:p>
          <a:p>
            <a:pPr/>
            <a:r>
              <a:t>Material del curso Introducción a la IA — diseño experimental.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